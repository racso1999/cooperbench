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6"/>
  </p:normalViewPr>
  <p:slideViewPr>
    <p:cSldViewPr snapToGrid="0">
      <p:cViewPr varScale="1">
        <p:scale>
          <a:sx n="91" d="100"/>
          <a:sy n="91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B3E8-DF3E-94AF-BC3C-999623A67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5CF3C-8FFD-86B4-FE53-E5AF826B6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56B71-EE20-A91B-3717-CD268B6D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79281-3C02-02AC-7559-6851523B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F50E0-0D1A-3B4C-2CCA-82F26F5F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2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102D-2C90-C1E5-CC93-739389B0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5F62F-EFFD-83BA-7B9E-11884859C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46A6-2FE3-ACDB-1D0D-D7E17EC7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4C84C-C690-481A-1093-6C04E8D1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C3C6-E954-1F8D-5E09-CBBFBDAD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02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7D8F-EF48-79FD-DE98-FA9D63A4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26373-9357-E790-2026-FBDB81CA3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D64F-EA69-C639-A144-A88667A9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5F1D3-7CFC-17F4-279E-E6C95EE0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CA466-5750-0A79-6EB6-B864C13A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1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EE47-B599-1414-CC5F-6F372B891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60CC-160C-9807-29AC-9B3E94C4E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4EFDE-926E-1405-97DF-8980E978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318AC-BAD1-0406-F27D-5C117DD4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38D94-A2BA-1A71-CCC6-43C47D6F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79AC9-3B20-3C55-9DD2-19E3F4C2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2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A3357-5F06-1ECA-0F80-BC24DDB67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3A44-349B-9C32-6CDD-000593473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FFFD4-3EEE-86EF-7503-693BB5F9B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8CBD-3FD1-97F3-95F9-AEC453A09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CFCE-5681-BC30-A1AB-9A9B920A9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1BAD1-E07A-E821-04F8-B789F69E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C8C78-E497-9392-942C-B07E56AAA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7788D-BC8E-C947-E906-8E316F03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C17-9EB4-91F3-49CB-CF751F3F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10191-D0A7-4C17-A0BD-25E204BB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7D50F-D011-FE25-C147-3F25A823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F9DD4-28B5-600B-E2F6-86214D08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2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6276F-AE82-1DA6-16A9-650A5BDF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98FA-00DD-31C5-43D1-C34CE345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BA788-368D-9C34-CA27-9CDAACED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6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199E-4B07-50A0-0113-404685EB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8BB1-B602-2034-A90B-EA334EE2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2518C-37F8-305D-17BD-A7A89F339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763FD-2DD3-3B11-4549-D71EBF8D2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AF40B-F79C-B607-DD24-1C3B2920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6B5FB-2317-6ABD-9993-06832019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4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B479D-429B-0A0D-04A8-58AA461F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ADFC0-F954-5917-CED4-A006DB6E2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7800F-2544-DBCE-1D5E-0AF863944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5C106-0CAF-222D-2784-71C2D6F41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980AA-C665-B180-FD9C-305EF0BF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F98BE-BE83-EBFD-85FF-4AF9B3764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2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DD26-F247-853B-1DD6-E7F73471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3CCF3-0BE1-D295-9EB0-92846999C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39F23-C9A9-2BB0-4821-171A2096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56C64-56F2-C764-226D-C7E4B825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FECFF-75CD-FF32-5819-82CD8E5F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4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6571A-A95F-3214-7014-173A04631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37070-AD8E-8477-E861-841132933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A927A-0308-27A1-D538-F8393988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8DEEA-EBF5-1FC9-B5F0-7345DC41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7AF46-9B24-7373-9E6F-AD1631A3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2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9D81D-D108-5022-0DE3-8377F0FD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C0CFB-4357-86D8-D24A-6A18F3611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23DFD-AEA8-0AC6-218B-1525C727F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00E25-FE03-0B4A-8041-FCF8107E1012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2EB9-1244-4C1E-39F8-C7D9A9632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2F7FA-2CCC-3D89-975A-AFC8B8EA1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9AE36-69C8-E949-B756-39E40659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57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2773-B296-34C8-FCF6-91DF633F1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harter Roman" panose="02040503050506020203" pitchFamily="18" charset="0"/>
              </a:rPr>
              <a:t>The Communication Tax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521CD-B1C9-9594-6B3C-2954D60CD9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harter Roman" panose="02040503050506020203" pitchFamily="18" charset="0"/>
              </a:rPr>
              <a:t>Isolating and Scaling the Coordination Costs of Multi-Agent LLM Coding Systems</a:t>
            </a:r>
          </a:p>
        </p:txBody>
      </p:sp>
    </p:spTree>
    <p:extLst>
      <p:ext uri="{BB962C8B-B14F-4D97-AF65-F5344CB8AC3E}">
        <p14:creationId xmlns:p14="http://schemas.microsoft.com/office/powerpoint/2010/main" val="4255636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F47F2A4-1552-8895-4348-3BD69EF69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698" y="661182"/>
            <a:ext cx="7725053" cy="53175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9C87EE-F0A6-10DC-82A7-03E2ECC0F775}"/>
              </a:ext>
            </a:extLst>
          </p:cNvPr>
          <p:cNvSpPr txBox="1"/>
          <p:nvPr/>
        </p:nvSpPr>
        <p:spPr>
          <a:xfrm>
            <a:off x="181760" y="112542"/>
            <a:ext cx="381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>
                    <a:lumMod val="65000"/>
                  </a:schemeClr>
                </a:solidFill>
                <a:latin typeface="CHARTER ROMAN" panose="02040503050506020203" pitchFamily="18" charset="0"/>
              </a:rPr>
              <a:t>CooperBench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384EB-B846-D24B-3FBE-EBCE11F0EEAA}"/>
              </a:ext>
            </a:extLst>
          </p:cNvPr>
          <p:cNvSpPr txBox="1"/>
          <p:nvPr/>
        </p:nvSpPr>
        <p:spPr>
          <a:xfrm>
            <a:off x="7723933" y="297208"/>
            <a:ext cx="46142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* Tasks are overlapping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* Meaningful Coordination essential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Individual Test Suite ran POST 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both_passed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When both test suites pass</a:t>
            </a:r>
          </a:p>
        </p:txBody>
      </p:sp>
    </p:spTree>
    <p:extLst>
      <p:ext uri="{BB962C8B-B14F-4D97-AF65-F5344CB8AC3E}">
        <p14:creationId xmlns:p14="http://schemas.microsoft.com/office/powerpoint/2010/main" val="161891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CHARTER ROMAN</vt:lpstr>
      <vt:lpstr>Office Theme</vt:lpstr>
      <vt:lpstr>The Communication Tax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Jones, Oscar</dc:creator>
  <cp:lastModifiedBy>Jones, Oscar</cp:lastModifiedBy>
  <cp:revision>1</cp:revision>
  <dcterms:created xsi:type="dcterms:W3CDTF">2026-08-02T20:38:58Z</dcterms:created>
  <dcterms:modified xsi:type="dcterms:W3CDTF">2026-08-02T20:46:09Z</dcterms:modified>
</cp:coreProperties>
</file>